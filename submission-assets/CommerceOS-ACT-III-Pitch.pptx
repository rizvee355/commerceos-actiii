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CommerceOS is a rule-first commerce control room. Deterministic rules own verdicts, money, and review gates. Live AMD inference is pending event entitlement and is not claimed in this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around operational trust. CommerceOS is not another chat interface; it is a deterministic evidence and governance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at-risk result. Point out inventory, blocker, deadline, and readiness findings; then show the human-review flag and inference-offline truthfulness.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expected versus observed contribution margin and the category ledger. Emphasize that provisional and incomplete evidence never produces a confirmed leak amount.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order of operations. Evidence is validated, rules evaluate, review policy routes, provenance is attached, and only then can an optional model produce bounded advisory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answer trust and safety questions. Every uncertain state is explicit and production restrictions stay intact.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release evidence. Public CI passed quality and browser-smoke on commit 3075513. The deployed application preserves production MarginLeak restrictions.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exact remaining asks: organizer entitlement for AMD and the operator's reserved final submission confirmation.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828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961120" y="182880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B6B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ACT III · REINVENT COMMERCE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AI\Workspaces\CommerceOS-Submission-016\CommerceOS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 failures are discovered too late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report outcomes; generic assistants can explain without owning evidence quality or arithmetic.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20574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promise risk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587752"/>
            <a:ext cx="297180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blockers, and readiness estimates drift apart until a dispatch cutoff is missed.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2084832"/>
            <a:ext cx="384048" cy="384048"/>
          </a:xfrm>
          <a:prstGeom prst="ellipse">
            <a:avLst/>
          </a:prstGeom>
          <a:solidFill>
            <a:srgbClr val="C98414"/>
          </a:solidFill>
          <a:ln w="12700">
            <a:solidFill>
              <a:srgbClr val="C9841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20574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margin variance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17720" y="2587752"/>
            <a:ext cx="297180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and cost movements offset each other, while provisional or missing facts create false confidence.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52044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208483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23960" y="20574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automation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2587752"/>
            <a:ext cx="297180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answer cannot be the source of truth for a customer promise, a financial number, or a review decision.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51560" y="57150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CommerceOS turns evidence into a deterministic decision first—then permits only bounded, optional advisory AI.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PromiseGuard: dispatch readiness with evidence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synthetic preview · capability registry remains stub</a:t>
            </a:r>
            <a:endParaRPr lang="en-US" sz="1400" dirty="0"/>
          </a:p>
        </p:txBody>
      </p:sp>
      <p:pic>
        <p:nvPicPr>
          <p:cNvPr id="4" name="Image 0" descr="D:\AI\Workspaces\CommerceOS-Submission-016\promiseguard-at-risk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37360"/>
            <a:ext cx="6492240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60920" y="178308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616952" y="203911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38160" y="20116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truthful outcomes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635240" y="254203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· At risk · Indeterminate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60920" y="310896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16952" y="336499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138160" y="33375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Traceable findings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35240" y="386791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points to the evidence that triggered it.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360920" y="443484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616952" y="469087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46634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635240" y="5193792"/>
            <a:ext cx="3657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or insufficient evidence produces explicit review reasons.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06640" y="58064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offline in this proof. The deterministic result remains complete.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MarginLeak: exact variance without invented money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Development-only synthetic preview · capability registry remains planned</a:t>
            </a:r>
            <a:endParaRPr lang="en-US" sz="1400" dirty="0"/>
          </a:p>
        </p:txBody>
      </p:sp>
      <p:pic>
        <p:nvPicPr>
          <p:cNvPr id="4" name="Image 0" descr="D:\AI\Workspaces\CommerceOS-Submission-016\marginleak-confirmed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600200"/>
            <a:ext cx="6492240" cy="4754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$49.00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49808" y="2487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contribution margin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9718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$43.50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49808" y="3630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contribution margin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4114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D95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+$5.50 adverse</a:t>
            </a:r>
            <a:endParaRPr lang="en-US" sz="3100" dirty="0"/>
          </a:p>
        </p:txBody>
      </p:sp>
      <p:sp>
        <p:nvSpPr>
          <p:cNvPr id="10" name="Text 7"/>
          <p:cNvSpPr/>
          <p:nvPr/>
        </p:nvSpPr>
        <p:spPr>
          <a:xfrm>
            <a:off x="749808" y="475488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variance · human review required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49808" y="562356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7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minor-unit arithmetic · 8-category ledger · missing totals withheld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contract-first decision path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boundary is downstream of deterministic truth—not in charge of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4FB8D6"/>
          </a:solidFill>
          <a:ln w="12700">
            <a:solidFill>
              <a:srgbClr val="4FB8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/ merchant evidence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359152" y="2624328"/>
            <a:ext cx="502920" cy="457200"/>
          </a:xfrm>
          <a:prstGeom prst="chevron">
            <a:avLst/>
          </a:prstGeom>
          <a:solidFill>
            <a:srgbClr val="9DB1C1"/>
          </a:solidFill>
          <a:ln w="12700">
            <a:solidFill>
              <a:srgbClr val="9DB1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6324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487DA0"/>
          </a:solidFill>
          <a:ln w="12700">
            <a:solidFill>
              <a:srgbClr val="487D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8211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 + API contracts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90872" y="2624328"/>
            <a:ext cx="502920" cy="457200"/>
          </a:xfrm>
          <a:prstGeom prst="chevron">
            <a:avLst/>
          </a:prstGeom>
          <a:solidFill>
            <a:srgbClr val="9DB1C1"/>
          </a:solidFill>
          <a:ln w="12700">
            <a:solidFill>
              <a:srgbClr val="9DB1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496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1AA985"/>
          </a:solidFill>
          <a:ln w="12700">
            <a:solidFill>
              <a:srgbClr val="1AA98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1383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evaluator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22592" y="2624328"/>
            <a:ext cx="502920" cy="457200"/>
          </a:xfrm>
          <a:prstGeom prst="chevron">
            <a:avLst/>
          </a:prstGeom>
          <a:solidFill>
            <a:srgbClr val="9DB1C1"/>
          </a:solidFill>
          <a:ln w="12700">
            <a:solidFill>
              <a:srgbClr val="9DB1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C98414"/>
          </a:solidFill>
          <a:ln w="12700">
            <a:solidFill>
              <a:srgbClr val="C9841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4555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policy + provenance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354312" y="2624328"/>
            <a:ext cx="502920" cy="457200"/>
          </a:xfrm>
          <a:prstGeom prst="chevron">
            <a:avLst/>
          </a:prstGeom>
          <a:solidFill>
            <a:srgbClr val="9DB1C1"/>
          </a:solidFill>
          <a:ln w="12700">
            <a:solidFill>
              <a:srgbClr val="9DB1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0" y="224028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D95745"/>
          </a:solidFill>
          <a:ln w="12700">
            <a:solidFill>
              <a:srgbClr val="D957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77272" y="2505456"/>
            <a:ext cx="127101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advisory 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4297680"/>
            <a:ext cx="3063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170432" y="455371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Verdicts stay deterministic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88720" y="5056632"/>
            <a:ext cx="2514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cannot mark a risky order supported.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26280" y="4297680"/>
            <a:ext cx="3063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82312" y="4553712"/>
            <a:ext cx="384048" cy="384048"/>
          </a:xfrm>
          <a:prstGeom prst="ellipse">
            <a:avLst/>
          </a:prstGeom>
          <a:solidFill>
            <a:srgbClr val="C98414"/>
          </a:solidFill>
          <a:ln w="12700">
            <a:solidFill>
              <a:srgbClr val="C98414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 stays deterministic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800600" y="5056632"/>
            <a:ext cx="2514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cannot calculate or invent leak amounts.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138160" y="4297680"/>
            <a:ext cx="3063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394192" y="455371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1540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stays visible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412480" y="5056632"/>
            <a:ext cx="2514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silent live-to-mock fallback.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closed by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 is a product feature.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947672"/>
            <a:ext cx="384048" cy="384048"/>
          </a:xfrm>
          <a:prstGeom prst="ellipse">
            <a:avLst/>
          </a:prstGeom>
          <a:solidFill>
            <a:srgbClr val="C98414"/>
          </a:solidFill>
          <a:ln w="12700">
            <a:solidFill>
              <a:srgbClr val="C98414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92024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evidence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245059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PromiseGuard returns indeterminate; MarginLeak withholds totals.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94767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0" y="192024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 observations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17720" y="245059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variance is visible, but confirmed leakage remains unavailable.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6916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57032" y="194767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192024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unavailable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75320" y="245059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analysis completes; AI state reports unavailable.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42900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41832" y="368503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63040" y="3657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MarginLeak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60120" y="418795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returns 404 and analysis API returns 403.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43400" y="342900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99432" y="368503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3657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17720" y="418795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Server-only variables, repository scanner, no credentials in assets.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01000" y="342900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57032" y="368503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0" y="3657600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truth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275320" y="4187952"/>
            <a:ext cx="29718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PromiseGuard stub · MarginLeak planned · RescueCart disabled.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05840" y="57150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AMD inference is claimed without an authenticated request and generated response.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on the release baseline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21792" y="123444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source f13f7de · public release 3075513 · automated checks from Mission 017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1AA985"/>
          </a:solidFill>
          <a:ln w="12700">
            <a:solidFill>
              <a:srgbClr val="1AA9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02152" y="17830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4FB8D6"/>
          </a:solidFill>
          <a:ln w="12700">
            <a:solidFill>
              <a:srgbClr val="4FB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85032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730752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E2E passed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18504" y="17830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C98414"/>
          </a:solidFill>
          <a:ln w="12700">
            <a:solidFill>
              <a:srgbClr val="C9841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6547104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MarginLeak viewport widths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134856" y="17830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D95745"/>
          </a:solidFill>
          <a:ln w="12700">
            <a:solidFill>
              <a:srgbClr val="D957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17736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173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363456" y="2971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files scanned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97280" y="4297680"/>
            <a:ext cx="3063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353312" y="455371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452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5056632"/>
            <a:ext cx="25146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production build passed.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3063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28032" y="4553712"/>
            <a:ext cx="384048" cy="384048"/>
          </a:xfrm>
          <a:prstGeom prst="ellipse">
            <a:avLst/>
          </a:prstGeom>
          <a:solidFill>
            <a:srgbClr val="4FB8D6"/>
          </a:solidFill>
          <a:ln w="12700">
            <a:solidFill>
              <a:srgbClr val="4FB8D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4924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846320" y="5056632"/>
            <a:ext cx="25146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recognized secrets; no known high vulnerabilities.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46720" y="4297680"/>
            <a:ext cx="30632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02752" y="455371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23960" y="45262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gates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21040" y="5056632"/>
            <a:ext cx="25146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404/403 restrictions verified.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MIT-licensed public release and production deployment verified on October 18, 2026.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D829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submit truthfully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49808" y="16916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B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release is live. AMD entitlement and the operator's final Submit action remain unresolved.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33375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2999232"/>
            <a:ext cx="384048" cy="384048"/>
          </a:xfrm>
          <a:prstGeom prst="ellipse">
            <a:avLst/>
          </a:prstGeom>
          <a:solidFill>
            <a:srgbClr val="1AA985"/>
          </a:solidFill>
          <a:ln w="12700">
            <a:solidFill>
              <a:srgbClr val="1AA98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4480" y="29718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3502152"/>
            <a:ext cx="27889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source · public repository · Vercel deployment · cover · slides/PDF · authentic video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34840" y="2743200"/>
            <a:ext cx="33375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90872" y="2999232"/>
            <a:ext cx="384048" cy="384048"/>
          </a:xfrm>
          <a:prstGeom prst="ellipse">
            <a:avLst/>
          </a:prstGeom>
          <a:solidFill>
            <a:srgbClr val="C98414"/>
          </a:solidFill>
          <a:ln w="12700">
            <a:solidFill>
              <a:srgbClr val="C9841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0" y="29718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action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709160" y="3502152"/>
            <a:ext cx="27889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completed event form and perform the reserved final Submit action.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2440" y="2743200"/>
            <a:ext cx="33375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E1E9"/>
            </a:solidFill>
            <a:prstDash val="solid"/>
          </a:ln>
          <a:effectLst>
            <a:outerShdw sx="100000" sy="100000" kx="0" ky="0" algn="bl" rotWithShape="0" blurRad="25400" dist="50800" dir="2700000">
              <a:srgbClr val="7A90A2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48472" y="2999232"/>
            <a:ext cx="384048" cy="384048"/>
          </a:xfrm>
          <a:prstGeom prst="ellipse">
            <a:avLst/>
          </a:prstGeom>
          <a:solidFill>
            <a:srgbClr val="D95745"/>
          </a:solidFill>
          <a:ln w="12700">
            <a:solidFill>
              <a:srgbClr val="D9574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29718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7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dependency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66760" y="3502152"/>
            <a:ext cx="278892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 must map the approved account to Token Factory API-key distribution.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" y="5715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9E3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CommerceOS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657600" y="5788152"/>
            <a:ext cx="7726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first. Advisory AI only when proven.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CommerceOS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CommerceOS — Rule-first commerce intelligence</dc:title>
  <dc:subject>AMD Developer Hackathon ACT III submission pitch</dc:subject>
  <dc:creator>CommerceOS</dc:creator>
  <cp:lastModifiedBy>CommerceOS</cp:lastModifiedBy>
  <cp:revision>1</cp:revision>
  <dcterms:created xsi:type="dcterms:W3CDTF">2026-10-18T06:29:01Z</dcterms:created>
  <dcterms:modified xsi:type="dcterms:W3CDTF">2026-10-18T06:29:01Z</dcterms:modified>
</cp:coreProperties>
</file>